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337" r:id="rId5"/>
    <p:sldId id="289" r:id="rId6"/>
    <p:sldId id="340" r:id="rId7"/>
    <p:sldId id="329" r:id="rId8"/>
    <p:sldId id="336" r:id="rId9"/>
    <p:sldId id="34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C01502-A9D8-4960-1FEC-4C66DD5FD57C}" v="22" dt="2025-12-03T12:04:53.694"/>
    <p1510:client id="{2A3CAC7D-F66E-504D-C761-CD81E7033FB5}" v="3" dt="2025-12-03T11:09:03.496"/>
    <p1510:client id="{FA72AD5F-726A-9245-A20E-E1412D6A30C6}" v="694" dt="2025-12-03T14:44:54.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708"/>
  </p:normalViewPr>
  <p:slideViewPr>
    <p:cSldViewPr snapToGrid="0">
      <p:cViewPr varScale="1">
        <p:scale>
          <a:sx n="151" d="100"/>
          <a:sy n="151" d="100"/>
        </p:scale>
        <p:origin x="904" y="19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areesh Virkan valappil [Student-PECS]" userId="S::av24acb@herts.ac.uk::984cb2a4-d644-4c2f-8e3b-34442ac678c6" providerId="AD" clId="Web-{0AC01502-A9D8-4960-1FEC-4C66DD5FD57C}"/>
    <pc:docChg chg="addSld delSld modSld">
      <pc:chgData name="Ambareesh Virkan valappil [Student-PECS]" userId="S::av24acb@herts.ac.uk::984cb2a4-d644-4c2f-8e3b-34442ac678c6" providerId="AD" clId="Web-{0AC01502-A9D8-4960-1FEC-4C66DD5FD57C}" dt="2025-12-03T12:04:53.694" v="28" actId="20577"/>
      <pc:docMkLst>
        <pc:docMk/>
      </pc:docMkLst>
      <pc:sldChg chg="modSp">
        <pc:chgData name="Ambareesh Virkan valappil [Student-PECS]" userId="S::av24acb@herts.ac.uk::984cb2a4-d644-4c2f-8e3b-34442ac678c6" providerId="AD" clId="Web-{0AC01502-A9D8-4960-1FEC-4C66DD5FD57C}" dt="2025-12-03T11:51:24.016" v="18" actId="20577"/>
        <pc:sldMkLst>
          <pc:docMk/>
          <pc:sldMk cId="1718004908" sldId="329"/>
        </pc:sldMkLst>
        <pc:spChg chg="mod">
          <ac:chgData name="Ambareesh Virkan valappil [Student-PECS]" userId="S::av24acb@herts.ac.uk::984cb2a4-d644-4c2f-8e3b-34442ac678c6" providerId="AD" clId="Web-{0AC01502-A9D8-4960-1FEC-4C66DD5FD57C}" dt="2025-12-03T11:51:24.016" v="18" actId="20577"/>
          <ac:spMkLst>
            <pc:docMk/>
            <pc:sldMk cId="1718004908" sldId="329"/>
            <ac:spMk id="2" creationId="{7D9D8228-727F-1E46-B5AD-91D158B8255E}"/>
          </ac:spMkLst>
        </pc:spChg>
      </pc:sldChg>
      <pc:sldChg chg="modSp">
        <pc:chgData name="Ambareesh Virkan valappil [Student-PECS]" userId="S::av24acb@herts.ac.uk::984cb2a4-d644-4c2f-8e3b-34442ac678c6" providerId="AD" clId="Web-{0AC01502-A9D8-4960-1FEC-4C66DD5FD57C}" dt="2025-12-03T12:01:50.737" v="21" actId="14100"/>
        <pc:sldMkLst>
          <pc:docMk/>
          <pc:sldMk cId="32494612" sldId="336"/>
        </pc:sldMkLst>
        <pc:spChg chg="mod">
          <ac:chgData name="Ambareesh Virkan valappil [Student-PECS]" userId="S::av24acb@herts.ac.uk::984cb2a4-d644-4c2f-8e3b-34442ac678c6" providerId="AD" clId="Web-{0AC01502-A9D8-4960-1FEC-4C66DD5FD57C}" dt="2025-12-03T12:01:50.737" v="21" actId="14100"/>
          <ac:spMkLst>
            <pc:docMk/>
            <pc:sldMk cId="32494612" sldId="336"/>
            <ac:spMk id="5" creationId="{3440DA25-F620-152B-DE9E-776F7B74DFF0}"/>
          </ac:spMkLst>
        </pc:spChg>
      </pc:sldChg>
      <pc:sldChg chg="modSp">
        <pc:chgData name="Ambareesh Virkan valappil [Student-PECS]" userId="S::av24acb@herts.ac.uk::984cb2a4-d644-4c2f-8e3b-34442ac678c6" providerId="AD" clId="Web-{0AC01502-A9D8-4960-1FEC-4C66DD5FD57C}" dt="2025-12-03T12:04:53.694" v="28" actId="20577"/>
        <pc:sldMkLst>
          <pc:docMk/>
          <pc:sldMk cId="2952338475" sldId="341"/>
        </pc:sldMkLst>
        <pc:spChg chg="mod">
          <ac:chgData name="Ambareesh Virkan valappil [Student-PECS]" userId="S::av24acb@herts.ac.uk::984cb2a4-d644-4c2f-8e3b-34442ac678c6" providerId="AD" clId="Web-{0AC01502-A9D8-4960-1FEC-4C66DD5FD57C}" dt="2025-12-03T12:04:53.694" v="28" actId="20577"/>
          <ac:spMkLst>
            <pc:docMk/>
            <pc:sldMk cId="2952338475" sldId="341"/>
            <ac:spMk id="2" creationId="{6B64221B-D6D4-E382-A91A-99FF908D5475}"/>
          </ac:spMkLst>
        </pc:spChg>
      </pc:sldChg>
      <pc:sldChg chg="new del">
        <pc:chgData name="Ambareesh Virkan valappil [Student-PECS]" userId="S::av24acb@herts.ac.uk::984cb2a4-d644-4c2f-8e3b-34442ac678c6" providerId="AD" clId="Web-{0AC01502-A9D8-4960-1FEC-4C66DD5FD57C}" dt="2025-12-03T12:04:30.865" v="27"/>
        <pc:sldMkLst>
          <pc:docMk/>
          <pc:sldMk cId="36840287" sldId="342"/>
        </pc:sldMkLst>
      </pc:sldChg>
      <pc:sldChg chg="addSp delSp modSp new del mod modClrScheme chgLayout">
        <pc:chgData name="Ambareesh Virkan valappil [Student-PECS]" userId="S::av24acb@herts.ac.uk::984cb2a4-d644-4c2f-8e3b-34442ac678c6" providerId="AD" clId="Web-{0AC01502-A9D8-4960-1FEC-4C66DD5FD57C}" dt="2025-12-03T11:56:42.414" v="19"/>
        <pc:sldMkLst>
          <pc:docMk/>
          <pc:sldMk cId="1810203268" sldId="342"/>
        </pc:sldMkLst>
        <pc:spChg chg="del">
          <ac:chgData name="Ambareesh Virkan valappil [Student-PECS]" userId="S::av24acb@herts.ac.uk::984cb2a4-d644-4c2f-8e3b-34442ac678c6" providerId="AD" clId="Web-{0AC01502-A9D8-4960-1FEC-4C66DD5FD57C}" dt="2025-12-03T11:46:29.949" v="2"/>
          <ac:spMkLst>
            <pc:docMk/>
            <pc:sldMk cId="1810203268" sldId="342"/>
            <ac:spMk id="2" creationId="{54879267-2FA8-55AB-1579-3600C2231494}"/>
          </ac:spMkLst>
        </pc:spChg>
        <pc:spChg chg="mod ord">
          <ac:chgData name="Ambareesh Virkan valappil [Student-PECS]" userId="S::av24acb@herts.ac.uk::984cb2a4-d644-4c2f-8e3b-34442ac678c6" providerId="AD" clId="Web-{0AC01502-A9D8-4960-1FEC-4C66DD5FD57C}" dt="2025-12-03T11:47:43.357" v="11"/>
          <ac:spMkLst>
            <pc:docMk/>
            <pc:sldMk cId="1810203268" sldId="342"/>
            <ac:spMk id="3" creationId="{0B5EE21D-051B-20AA-F862-C35F73E877F1}"/>
          </ac:spMkLst>
        </pc:spChg>
        <pc:spChg chg="mod ord modVis">
          <ac:chgData name="Ambareesh Virkan valappil [Student-PECS]" userId="S::av24acb@herts.ac.uk::984cb2a4-d644-4c2f-8e3b-34442ac678c6" providerId="AD" clId="Web-{0AC01502-A9D8-4960-1FEC-4C66DD5FD57C}" dt="2025-12-03T11:47:43.357" v="11"/>
          <ac:spMkLst>
            <pc:docMk/>
            <pc:sldMk cId="1810203268" sldId="342"/>
            <ac:spMk id="4" creationId="{AF8DFB61-2267-9752-A066-8370D76FDA5A}"/>
          </ac:spMkLst>
        </pc:spChg>
        <pc:spChg chg="del">
          <ac:chgData name="Ambareesh Virkan valappil [Student-PECS]" userId="S::av24acb@herts.ac.uk::984cb2a4-d644-4c2f-8e3b-34442ac678c6" providerId="AD" clId="Web-{0AC01502-A9D8-4960-1FEC-4C66DD5FD57C}" dt="2025-12-03T11:46:29.949" v="1"/>
          <ac:spMkLst>
            <pc:docMk/>
            <pc:sldMk cId="1810203268" sldId="342"/>
            <ac:spMk id="5" creationId="{9310DA93-6409-902B-228A-435579930A99}"/>
          </ac:spMkLst>
        </pc:spChg>
        <pc:spChg chg="add del mod">
          <ac:chgData name="Ambareesh Virkan valappil [Student-PECS]" userId="S::av24acb@herts.ac.uk::984cb2a4-d644-4c2f-8e3b-34442ac678c6" providerId="AD" clId="Web-{0AC01502-A9D8-4960-1FEC-4C66DD5FD57C}" dt="2025-12-03T11:47:32.638" v="6"/>
          <ac:spMkLst>
            <pc:docMk/>
            <pc:sldMk cId="1810203268" sldId="342"/>
            <ac:spMk id="11" creationId="{AC118324-3112-4C2A-23E9-BC42A6434755}"/>
          </ac:spMkLst>
        </pc:spChg>
        <pc:spChg chg="add del mod">
          <ac:chgData name="Ambareesh Virkan valappil [Student-PECS]" userId="S::av24acb@herts.ac.uk::984cb2a4-d644-4c2f-8e3b-34442ac678c6" providerId="AD" clId="Web-{0AC01502-A9D8-4960-1FEC-4C66DD5FD57C}" dt="2025-12-03T11:47:37.529" v="8"/>
          <ac:spMkLst>
            <pc:docMk/>
            <pc:sldMk cId="1810203268" sldId="342"/>
            <ac:spMk id="13" creationId="{D1DF0FE2-05EB-3211-DDF9-62F897D7EA89}"/>
          </ac:spMkLst>
        </pc:spChg>
        <pc:picChg chg="add mod ord">
          <ac:chgData name="Ambareesh Virkan valappil [Student-PECS]" userId="S::av24acb@herts.ac.uk::984cb2a4-d644-4c2f-8e3b-34442ac678c6" providerId="AD" clId="Web-{0AC01502-A9D8-4960-1FEC-4C66DD5FD57C}" dt="2025-12-03T11:47:59.545" v="15" actId="14100"/>
          <ac:picMkLst>
            <pc:docMk/>
            <pc:sldMk cId="1810203268" sldId="342"/>
            <ac:picMk id="6" creationId="{7750E7F6-9EC5-57D9-185D-BF17788F8011}"/>
          </ac:picMkLst>
        </pc:picChg>
      </pc:sldChg>
    </pc:docChg>
  </pc:docChgLst>
  <pc:docChgLst>
    <pc:chgData name="Ambareesh Virkan valappil [Student-PECS]" userId="S::av24acb@herts.ac.uk::984cb2a4-d644-4c2f-8e3b-34442ac678c6" providerId="AD" clId="Web-{2A3CAC7D-F66E-504D-C761-CD81E7033FB5}"/>
    <pc:docChg chg="modSld sldOrd">
      <pc:chgData name="Ambareesh Virkan valappil [Student-PECS]" userId="S::av24acb@herts.ac.uk::984cb2a4-d644-4c2f-8e3b-34442ac678c6" providerId="AD" clId="Web-{2A3CAC7D-F66E-504D-C761-CD81E7033FB5}" dt="2025-12-03T11:09:03.496" v="2"/>
      <pc:docMkLst>
        <pc:docMk/>
      </pc:docMkLst>
      <pc:sldChg chg="ord">
        <pc:chgData name="Ambareesh Virkan valappil [Student-PECS]" userId="S::av24acb@herts.ac.uk::984cb2a4-d644-4c2f-8e3b-34442ac678c6" providerId="AD" clId="Web-{2A3CAC7D-F66E-504D-C761-CD81E7033FB5}" dt="2025-12-03T10:42:55.360" v="0"/>
        <pc:sldMkLst>
          <pc:docMk/>
          <pc:sldMk cId="384748354" sldId="337"/>
        </pc:sldMkLst>
      </pc:sldChg>
      <pc:sldChg chg="addSp modSp">
        <pc:chgData name="Ambareesh Virkan valappil [Student-PECS]" userId="S::av24acb@herts.ac.uk::984cb2a4-d644-4c2f-8e3b-34442ac678c6" providerId="AD" clId="Web-{2A3CAC7D-F66E-504D-C761-CD81E7033FB5}" dt="2025-12-03T11:09:03.496" v="2"/>
        <pc:sldMkLst>
          <pc:docMk/>
          <pc:sldMk cId="2952338475" sldId="341"/>
        </pc:sldMkLst>
        <pc:spChg chg="add mod">
          <ac:chgData name="Ambareesh Virkan valappil [Student-PECS]" userId="S::av24acb@herts.ac.uk::984cb2a4-d644-4c2f-8e3b-34442ac678c6" providerId="AD" clId="Web-{2A3CAC7D-F66E-504D-C761-CD81E7033FB5}" dt="2025-12-03T11:09:03.496" v="2"/>
          <ac:spMkLst>
            <pc:docMk/>
            <pc:sldMk cId="2952338475" sldId="341"/>
            <ac:spMk id="3" creationId="{B90E8185-C5D7-30EB-2425-E18E0729C89C}"/>
          </ac:spMkLst>
        </pc:spChg>
      </pc:sldChg>
    </pc:docChg>
  </pc:docChgLst>
  <pc:docChgLst>
    <pc:chgData name="Yesudas Porathur Yesudasan [Student-PECS]" userId="f35730b9-72f8-486e-9bee-d105f7461821" providerId="ADAL" clId="{374BDC17-A943-5661-BF5E-F8A74B778F2A}"/>
    <pc:docChg chg="undo custSel modSld sldOrd">
      <pc:chgData name="Yesudas Porathur Yesudasan [Student-PECS]" userId="f35730b9-72f8-486e-9bee-d105f7461821" providerId="ADAL" clId="{374BDC17-A943-5661-BF5E-F8A74B778F2A}" dt="2025-12-03T14:50:21.426" v="757" actId="20577"/>
      <pc:docMkLst>
        <pc:docMk/>
      </pc:docMkLst>
      <pc:sldChg chg="addSp delSp modSp mod">
        <pc:chgData name="Yesudas Porathur Yesudasan [Student-PECS]" userId="f35730b9-72f8-486e-9bee-d105f7461821" providerId="ADAL" clId="{374BDC17-A943-5661-BF5E-F8A74B778F2A}" dt="2025-12-03T14:45:26.861" v="731" actId="207"/>
        <pc:sldMkLst>
          <pc:docMk/>
          <pc:sldMk cId="4148532546" sldId="289"/>
        </pc:sldMkLst>
        <pc:spChg chg="mod">
          <ac:chgData name="Yesudas Porathur Yesudasan [Student-PECS]" userId="f35730b9-72f8-486e-9bee-d105f7461821" providerId="ADAL" clId="{374BDC17-A943-5661-BF5E-F8A74B778F2A}" dt="2025-12-03T14:45:26.861" v="731" actId="207"/>
          <ac:spMkLst>
            <pc:docMk/>
            <pc:sldMk cId="4148532546" sldId="289"/>
            <ac:spMk id="2" creationId="{3440AEE4-CC66-FE42-B0C3-2CC7AFD37D1C}"/>
          </ac:spMkLst>
        </pc:spChg>
        <pc:spChg chg="mod">
          <ac:chgData name="Yesudas Porathur Yesudasan [Student-PECS]" userId="f35730b9-72f8-486e-9bee-d105f7461821" providerId="ADAL" clId="{374BDC17-A943-5661-BF5E-F8A74B778F2A}" dt="2025-12-03T10:48:00.064" v="178" actId="20577"/>
          <ac:spMkLst>
            <pc:docMk/>
            <pc:sldMk cId="4148532546" sldId="289"/>
            <ac:spMk id="3" creationId="{8275DA97-5166-7F4B-BC83-F50AC8BEDCD7}"/>
          </ac:spMkLst>
        </pc:spChg>
        <pc:spChg chg="mod">
          <ac:chgData name="Yesudas Porathur Yesudasan [Student-PECS]" userId="f35730b9-72f8-486e-9bee-d105f7461821" providerId="ADAL" clId="{374BDC17-A943-5661-BF5E-F8A74B778F2A}" dt="2025-12-03T10:25:09.730" v="21" actId="20577"/>
          <ac:spMkLst>
            <pc:docMk/>
            <pc:sldMk cId="4148532546" sldId="289"/>
            <ac:spMk id="4" creationId="{6E7F4D14-5620-EC41-A86C-6CC3CFD691B4}"/>
          </ac:spMkLst>
        </pc:spChg>
        <pc:spChg chg="add del mod">
          <ac:chgData name="Yesudas Porathur Yesudasan [Student-PECS]" userId="f35730b9-72f8-486e-9bee-d105f7461821" providerId="ADAL" clId="{374BDC17-A943-5661-BF5E-F8A74B778F2A}" dt="2025-12-03T10:48:04.467" v="180"/>
          <ac:spMkLst>
            <pc:docMk/>
            <pc:sldMk cId="4148532546" sldId="289"/>
            <ac:spMk id="5" creationId="{B7066454-2EF7-092C-0D60-5D1541D29855}"/>
          </ac:spMkLst>
        </pc:spChg>
        <pc:spChg chg="add mod">
          <ac:chgData name="Yesudas Porathur Yesudasan [Student-PECS]" userId="f35730b9-72f8-486e-9bee-d105f7461821" providerId="ADAL" clId="{374BDC17-A943-5661-BF5E-F8A74B778F2A}" dt="2025-12-03T10:51:15.899" v="270" actId="2711"/>
          <ac:spMkLst>
            <pc:docMk/>
            <pc:sldMk cId="4148532546" sldId="289"/>
            <ac:spMk id="6" creationId="{972CB247-8E6F-8C29-3FE7-23E94EDBF7BC}"/>
          </ac:spMkLst>
        </pc:spChg>
        <pc:spChg chg="add">
          <ac:chgData name="Yesudas Porathur Yesudasan [Student-PECS]" userId="f35730b9-72f8-486e-9bee-d105f7461821" providerId="ADAL" clId="{374BDC17-A943-5661-BF5E-F8A74B778F2A}" dt="2025-12-03T10:49:29.067" v="209"/>
          <ac:spMkLst>
            <pc:docMk/>
            <pc:sldMk cId="4148532546" sldId="289"/>
            <ac:spMk id="7" creationId="{331B2F30-39D0-0244-78CC-7DF9C78E169E}"/>
          </ac:spMkLst>
        </pc:spChg>
        <pc:spChg chg="add">
          <ac:chgData name="Yesudas Porathur Yesudasan [Student-PECS]" userId="f35730b9-72f8-486e-9bee-d105f7461821" providerId="ADAL" clId="{374BDC17-A943-5661-BF5E-F8A74B778F2A}" dt="2025-12-03T10:49:32.418" v="210"/>
          <ac:spMkLst>
            <pc:docMk/>
            <pc:sldMk cId="4148532546" sldId="289"/>
            <ac:spMk id="8" creationId="{97270A54-AC2B-8E6E-883C-FEB213EA7249}"/>
          </ac:spMkLst>
        </pc:spChg>
        <pc:spChg chg="add mod">
          <ac:chgData name="Yesudas Porathur Yesudasan [Student-PECS]" userId="f35730b9-72f8-486e-9bee-d105f7461821" providerId="ADAL" clId="{374BDC17-A943-5661-BF5E-F8A74B778F2A}" dt="2025-12-03T10:49:40.154" v="212" actId="21"/>
          <ac:spMkLst>
            <pc:docMk/>
            <pc:sldMk cId="4148532546" sldId="289"/>
            <ac:spMk id="9" creationId="{D4423D08-C2FB-D74B-39F8-08C9985F771B}"/>
          </ac:spMkLst>
        </pc:spChg>
        <pc:spChg chg="add del">
          <ac:chgData name="Yesudas Porathur Yesudasan [Student-PECS]" userId="f35730b9-72f8-486e-9bee-d105f7461821" providerId="ADAL" clId="{374BDC17-A943-5661-BF5E-F8A74B778F2A}" dt="2025-12-03T10:50:15.823" v="217" actId="478"/>
          <ac:spMkLst>
            <pc:docMk/>
            <pc:sldMk cId="4148532546" sldId="289"/>
            <ac:spMk id="10" creationId="{499049C5-2958-CC3E-F199-F136AB2C8281}"/>
          </ac:spMkLst>
        </pc:spChg>
        <pc:spChg chg="add del mod">
          <ac:chgData name="Yesudas Porathur Yesudasan [Student-PECS]" userId="f35730b9-72f8-486e-9bee-d105f7461821" providerId="ADAL" clId="{374BDC17-A943-5661-BF5E-F8A74B778F2A}" dt="2025-12-03T10:55:50.334" v="294" actId="478"/>
          <ac:spMkLst>
            <pc:docMk/>
            <pc:sldMk cId="4148532546" sldId="289"/>
            <ac:spMk id="11" creationId="{67737CF0-3386-4249-86BB-B9DBED9D5A42}"/>
          </ac:spMkLst>
        </pc:spChg>
      </pc:sldChg>
      <pc:sldChg chg="addSp delSp modSp mod">
        <pc:chgData name="Yesudas Porathur Yesudasan [Student-PECS]" userId="f35730b9-72f8-486e-9bee-d105f7461821" providerId="ADAL" clId="{374BDC17-A943-5661-BF5E-F8A74B778F2A}" dt="2025-12-03T14:50:21.426" v="757" actId="20577"/>
        <pc:sldMkLst>
          <pc:docMk/>
          <pc:sldMk cId="1718004908" sldId="329"/>
        </pc:sldMkLst>
        <pc:spChg chg="mod">
          <ac:chgData name="Yesudas Porathur Yesudasan [Student-PECS]" userId="f35730b9-72f8-486e-9bee-d105f7461821" providerId="ADAL" clId="{374BDC17-A943-5661-BF5E-F8A74B778F2A}" dt="2025-12-03T10:54:09.854" v="289" actId="207"/>
          <ac:spMkLst>
            <pc:docMk/>
            <pc:sldMk cId="1718004908" sldId="329"/>
            <ac:spMk id="2" creationId="{7D9D8228-727F-1E46-B5AD-91D158B8255E}"/>
          </ac:spMkLst>
        </pc:spChg>
        <pc:spChg chg="mod">
          <ac:chgData name="Yesudas Porathur Yesudasan [Student-PECS]" userId="f35730b9-72f8-486e-9bee-d105f7461821" providerId="ADAL" clId="{374BDC17-A943-5661-BF5E-F8A74B778F2A}" dt="2025-12-03T10:52:07.572" v="273" actId="20577"/>
          <ac:spMkLst>
            <pc:docMk/>
            <pc:sldMk cId="1718004908" sldId="329"/>
            <ac:spMk id="3" creationId="{00EBC183-8AA5-EC44-9987-D65F5C1892A1}"/>
          </ac:spMkLst>
        </pc:spChg>
        <pc:spChg chg="mod">
          <ac:chgData name="Yesudas Porathur Yesudasan [Student-PECS]" userId="f35730b9-72f8-486e-9bee-d105f7461821" providerId="ADAL" clId="{374BDC17-A943-5661-BF5E-F8A74B778F2A}" dt="2025-12-03T14:50:21.426" v="757" actId="20577"/>
          <ac:spMkLst>
            <pc:docMk/>
            <pc:sldMk cId="1718004908" sldId="329"/>
            <ac:spMk id="5" creationId="{B3FA3829-F12C-214D-8FBA-7E1A740F65CA}"/>
          </ac:spMkLst>
        </pc:spChg>
        <pc:spChg chg="del">
          <ac:chgData name="Yesudas Porathur Yesudasan [Student-PECS]" userId="f35730b9-72f8-486e-9bee-d105f7461821" providerId="ADAL" clId="{374BDC17-A943-5661-BF5E-F8A74B778F2A}" dt="2025-12-03T14:40:15.053" v="721" actId="478"/>
          <ac:spMkLst>
            <pc:docMk/>
            <pc:sldMk cId="1718004908" sldId="329"/>
            <ac:spMk id="6" creationId="{732D6C0D-D649-2AA9-7741-835F3E841A25}"/>
          </ac:spMkLst>
        </pc:spChg>
        <pc:spChg chg="add mod">
          <ac:chgData name="Yesudas Porathur Yesudasan [Student-PECS]" userId="f35730b9-72f8-486e-9bee-d105f7461821" providerId="ADAL" clId="{374BDC17-A943-5661-BF5E-F8A74B778F2A}" dt="2025-12-03T10:54:16.465" v="290" actId="1076"/>
          <ac:spMkLst>
            <pc:docMk/>
            <pc:sldMk cId="1718004908" sldId="329"/>
            <ac:spMk id="7" creationId="{029D2756-00E0-8C30-8711-19CBB2167086}"/>
          </ac:spMkLst>
        </pc:spChg>
      </pc:sldChg>
      <pc:sldChg chg="addSp delSp modSp mod">
        <pc:chgData name="Yesudas Porathur Yesudasan [Student-PECS]" userId="f35730b9-72f8-486e-9bee-d105f7461821" providerId="ADAL" clId="{374BDC17-A943-5661-BF5E-F8A74B778F2A}" dt="2025-12-03T14:40:20.812" v="722" actId="20577"/>
        <pc:sldMkLst>
          <pc:docMk/>
          <pc:sldMk cId="32494612" sldId="336"/>
        </pc:sldMkLst>
        <pc:spChg chg="mod">
          <ac:chgData name="Yesudas Porathur Yesudasan [Student-PECS]" userId="f35730b9-72f8-486e-9bee-d105f7461821" providerId="ADAL" clId="{374BDC17-A943-5661-BF5E-F8A74B778F2A}" dt="2025-12-03T14:40:20.812" v="722" actId="20577"/>
          <ac:spMkLst>
            <pc:docMk/>
            <pc:sldMk cId="32494612" sldId="336"/>
            <ac:spMk id="2" creationId="{8E3CD731-5ACF-B002-247D-243F6E2149EC}"/>
          </ac:spMkLst>
        </pc:spChg>
        <pc:spChg chg="mod">
          <ac:chgData name="Yesudas Porathur Yesudasan [Student-PECS]" userId="f35730b9-72f8-486e-9bee-d105f7461821" providerId="ADAL" clId="{374BDC17-A943-5661-BF5E-F8A74B778F2A}" dt="2025-12-03T10:55:00.619" v="293" actId="20577"/>
          <ac:spMkLst>
            <pc:docMk/>
            <pc:sldMk cId="32494612" sldId="336"/>
            <ac:spMk id="3" creationId="{3C4D431B-7665-75B0-2D73-5BD588DCB766}"/>
          </ac:spMkLst>
        </pc:spChg>
        <pc:spChg chg="mod">
          <ac:chgData name="Yesudas Porathur Yesudasan [Student-PECS]" userId="f35730b9-72f8-486e-9bee-d105f7461821" providerId="ADAL" clId="{374BDC17-A943-5661-BF5E-F8A74B778F2A}" dt="2025-12-03T12:01:43.450" v="688" actId="113"/>
          <ac:spMkLst>
            <pc:docMk/>
            <pc:sldMk cId="32494612" sldId="336"/>
            <ac:spMk id="5" creationId="{3440DA25-F620-152B-DE9E-776F7B74DFF0}"/>
          </ac:spMkLst>
        </pc:spChg>
        <pc:spChg chg="add del">
          <ac:chgData name="Yesudas Porathur Yesudasan [Student-PECS]" userId="f35730b9-72f8-486e-9bee-d105f7461821" providerId="ADAL" clId="{374BDC17-A943-5661-BF5E-F8A74B778F2A}" dt="2025-12-03T11:41:49.929" v="406" actId="478"/>
          <ac:spMkLst>
            <pc:docMk/>
            <pc:sldMk cId="32494612" sldId="336"/>
            <ac:spMk id="6" creationId="{5289C308-E1C6-E4BE-1649-FDDC0E6C3345}"/>
          </ac:spMkLst>
        </pc:spChg>
        <pc:spChg chg="add del mod">
          <ac:chgData name="Yesudas Porathur Yesudasan [Student-PECS]" userId="f35730b9-72f8-486e-9bee-d105f7461821" providerId="ADAL" clId="{374BDC17-A943-5661-BF5E-F8A74B778F2A}" dt="2025-12-03T11:41:52.995" v="407" actId="478"/>
          <ac:spMkLst>
            <pc:docMk/>
            <pc:sldMk cId="32494612" sldId="336"/>
            <ac:spMk id="8" creationId="{87939587-FCB3-4E96-E52C-AAE76D522CC2}"/>
          </ac:spMkLst>
        </pc:spChg>
      </pc:sldChg>
      <pc:sldChg chg="mod ord modShow">
        <pc:chgData name="Yesudas Porathur Yesudasan [Student-PECS]" userId="f35730b9-72f8-486e-9bee-d105f7461821" providerId="ADAL" clId="{374BDC17-A943-5661-BF5E-F8A74B778F2A}" dt="2025-12-03T11:57:55.573" v="686" actId="729"/>
        <pc:sldMkLst>
          <pc:docMk/>
          <pc:sldMk cId="384748354" sldId="337"/>
        </pc:sldMkLst>
      </pc:sldChg>
      <pc:sldChg chg="addSp modSp mod">
        <pc:chgData name="Yesudas Porathur Yesudasan [Student-PECS]" userId="f35730b9-72f8-486e-9bee-d105f7461821" providerId="ADAL" clId="{374BDC17-A943-5661-BF5E-F8A74B778F2A}" dt="2025-12-03T14:41:23.381" v="724" actId="1076"/>
        <pc:sldMkLst>
          <pc:docMk/>
          <pc:sldMk cId="713092616" sldId="340"/>
        </pc:sldMkLst>
        <pc:spChg chg="mod">
          <ac:chgData name="Yesudas Porathur Yesudasan [Student-PECS]" userId="f35730b9-72f8-486e-9bee-d105f7461821" providerId="ADAL" clId="{374BDC17-A943-5661-BF5E-F8A74B778F2A}" dt="2025-12-03T10:42:56.465" v="88" actId="20577"/>
          <ac:spMkLst>
            <pc:docMk/>
            <pc:sldMk cId="713092616" sldId="340"/>
            <ac:spMk id="3" creationId="{3C4D431B-7665-75B0-2D73-5BD588DCB766}"/>
          </ac:spMkLst>
        </pc:spChg>
        <pc:spChg chg="mod">
          <ac:chgData name="Yesudas Porathur Yesudasan [Student-PECS]" userId="f35730b9-72f8-486e-9bee-d105f7461821" providerId="ADAL" clId="{374BDC17-A943-5661-BF5E-F8A74B778F2A}" dt="2025-12-03T14:41:18.861" v="723" actId="20577"/>
          <ac:spMkLst>
            <pc:docMk/>
            <pc:sldMk cId="713092616" sldId="340"/>
            <ac:spMk id="8" creationId="{6E140EA5-BB03-811F-4631-603A97631914}"/>
          </ac:spMkLst>
        </pc:spChg>
        <pc:picChg chg="add mod">
          <ac:chgData name="Yesudas Porathur Yesudasan [Student-PECS]" userId="f35730b9-72f8-486e-9bee-d105f7461821" providerId="ADAL" clId="{374BDC17-A943-5661-BF5E-F8A74B778F2A}" dt="2025-12-03T14:41:23.381" v="724" actId="1076"/>
          <ac:picMkLst>
            <pc:docMk/>
            <pc:sldMk cId="713092616" sldId="340"/>
            <ac:picMk id="5" creationId="{DC1D948B-8D4D-DDB5-396A-619E0B593904}"/>
          </ac:picMkLst>
        </pc:picChg>
      </pc:sldChg>
      <pc:sldChg chg="delSp modSp mod modShow">
        <pc:chgData name="Yesudas Porathur Yesudasan [Student-PECS]" userId="f35730b9-72f8-486e-9bee-d105f7461821" providerId="ADAL" clId="{374BDC17-A943-5661-BF5E-F8A74B778F2A}" dt="2025-12-03T11:57:52.019" v="685" actId="729"/>
        <pc:sldMkLst>
          <pc:docMk/>
          <pc:sldMk cId="2952338475" sldId="341"/>
        </pc:sldMkLst>
        <pc:spChg chg="del mod">
          <ac:chgData name="Yesudas Porathur Yesudasan [Student-PECS]" userId="f35730b9-72f8-486e-9bee-d105f7461821" providerId="ADAL" clId="{374BDC17-A943-5661-BF5E-F8A74B778F2A}" dt="2025-12-03T11:09:35.339" v="305" actId="478"/>
          <ac:spMkLst>
            <pc:docMk/>
            <pc:sldMk cId="2952338475" sldId="341"/>
            <ac:spMk id="3" creationId="{B90E8185-C5D7-30EB-2425-E18E0729C89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03/12/2025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03/12/2025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952800" y="699736"/>
            <a:ext cx="10273911" cy="533111"/>
          </a:xfrm>
        </p:spPr>
        <p:txBody>
          <a:bodyPr/>
          <a:lstStyle/>
          <a:p>
            <a:r>
              <a:rPr lang="en-GB"/>
              <a:t>Instructions for the Research Question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388578" y="1310979"/>
            <a:ext cx="11486747" cy="5355312"/>
          </a:xfrm>
          <a:prstGeom prst="rect">
            <a:avLst/>
          </a:prstGeom>
          <a:solidFill>
            <a:schemeClr val="bg1"/>
          </a:solidFill>
        </p:spPr>
        <p:txBody>
          <a:bodyPr wrap="square" lIns="91440" tIns="45720" rIns="91440" bIns="45720" rtlCol="0" anchor="t">
            <a:spAutoFit/>
          </a:bodyPr>
          <a:lstStyle/>
          <a:p>
            <a:r>
              <a:rPr lang="en-GB"/>
              <a:t>You have 5 minutes to present – be ready to share your screen, present slides in "full screen / presentation mode". Practice first. We can only offer you one opportunity to present your Research Question, so please make the most of this opportunity to help you pass coursework 2. </a:t>
            </a:r>
          </a:p>
          <a:p>
            <a:endParaRPr lang="en-GB"/>
          </a:p>
          <a:p>
            <a:r>
              <a:rPr lang="en-GB">
                <a:solidFill>
                  <a:srgbClr val="FF0000"/>
                </a:solidFill>
              </a:rPr>
              <a:t>Research Questions are dependent on the variables and datatypes you have in your assigned dataset. Before you define your Research Question, your dataset dsXXXX must match your assigned Dataset, I.e., did you receive confirmation email about your allocation? Your group number must be assigned to the dataset you are referencing here.</a:t>
            </a:r>
            <a:endParaRPr lang="en-GB">
              <a:solidFill>
                <a:srgbClr val="FF0000"/>
              </a:solidFill>
              <a:cs typeface="Arial"/>
            </a:endParaRPr>
          </a:p>
          <a:p>
            <a:endParaRPr lang="en-GB">
              <a:solidFill>
                <a:srgbClr val="203232"/>
              </a:solidFill>
              <a:cs typeface="Arial" panose="020B0604020202020204"/>
            </a:endParaRPr>
          </a:p>
          <a:p>
            <a:r>
              <a:rPr lang="en-GB"/>
              <a:t>The next slides give you three alternatives for defining your research question and hypotheses. Select only </a:t>
            </a:r>
            <a:r>
              <a:rPr lang="en-GB" b="1"/>
              <a:t>one type </a:t>
            </a:r>
            <a:r>
              <a:rPr lang="en-GB"/>
              <a:t>of research question. </a:t>
            </a:r>
          </a:p>
          <a:p>
            <a:r>
              <a:rPr lang="en-GB"/>
              <a:t>Before presenting DELETE all text that is either an instruction or an optionyou do not use (including this slide).   You can then enlarge your selection. Instructions for group sign up of presentation slots will be announced on Canvas and Slack. DO NOT SIGN UP unless you can attend. Ideally, all group members should attend; select one person to present, while others take notes. All group be ready to answer questions.  Any group not presenting will miss the opportunity to check a critical part of coursework 2.   Practice presenting on Teams first.</a:t>
            </a:r>
            <a:endParaRPr lang="en-GB">
              <a:cs typeface="Arial"/>
            </a:endParaRPr>
          </a:p>
          <a:p>
            <a:r>
              <a:rPr lang="en-GB" b="1" i="1"/>
              <a:t>We look forward to giving you feedback.  You will not be graded on this presentation but if you do not attend and you booked a space you are preventing someone else presenting and are going against our module values</a:t>
            </a:r>
            <a:r>
              <a:rPr lang="en-GB"/>
              <a:t>.  This will be reflected in your peer evaluation.</a:t>
            </a:r>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pPr>
              <a:lnSpc>
                <a:spcPct val="100000"/>
              </a:lnSpc>
            </a:pPr>
            <a:r>
              <a:rPr lang="en-US" dirty="0"/>
              <a:t>Research Question – </a:t>
            </a:r>
            <a:br>
              <a:rPr lang="en-US" dirty="0"/>
            </a:br>
            <a:r>
              <a:rPr lang="en-IE" sz="3600" b="0" dirty="0">
                <a:latin typeface="Calibri"/>
                <a:ea typeface="Calibri" panose="020F0502020204030204" pitchFamily="34" charset="0"/>
                <a:cs typeface="Times New Roman"/>
              </a:rPr>
              <a:t>“Is there a difference in proportions of match outcomes between home wins and away wins?”</a:t>
            </a:r>
            <a:br>
              <a:rPr lang="en-US" sz="4000" dirty="0"/>
            </a:br>
            <a:r>
              <a:rPr lang="en-US" sz="2200" dirty="0"/>
              <a:t>Date: 3 / 12 / 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Name:  A46                           Name of Student Presenting: Yesudas Porathur Yesudasan</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a:t>7COM1079-2025  Student Group No:   A46</a:t>
            </a:r>
          </a:p>
          <a:p>
            <a:r>
              <a:rPr lang="en-GB"/>
              <a:t>Names of Student Attendees  (all group should attend to get feedback): </a:t>
            </a:r>
          </a:p>
          <a:p>
            <a:endParaRPr lang="en-GB"/>
          </a:p>
        </p:txBody>
      </p:sp>
      <p:sp>
        <p:nvSpPr>
          <p:cNvPr id="6" name="TextBox 5">
            <a:extLst>
              <a:ext uri="{FF2B5EF4-FFF2-40B4-BE49-F238E27FC236}">
                <a16:creationId xmlns:a16="http://schemas.microsoft.com/office/drawing/2014/main" id="{972CB247-8E6F-8C29-3FE7-23E94EDBF7BC}"/>
              </a:ext>
            </a:extLst>
          </p:cNvPr>
          <p:cNvSpPr txBox="1"/>
          <p:nvPr/>
        </p:nvSpPr>
        <p:spPr>
          <a:xfrm>
            <a:off x="7004242" y="488553"/>
            <a:ext cx="2719784" cy="1169551"/>
          </a:xfrm>
          <a:prstGeom prst="rect">
            <a:avLst/>
          </a:prstGeom>
          <a:noFill/>
        </p:spPr>
        <p:txBody>
          <a:bodyPr wrap="none" rtlCol="0">
            <a:spAutoFit/>
          </a:bodyPr>
          <a:lstStyle/>
          <a:p>
            <a:r>
              <a:rPr lang="en-GB" sz="1400">
                <a:solidFill>
                  <a:schemeClr val="bg1"/>
                </a:solidFill>
              </a:rPr>
              <a:t>Arthur </a:t>
            </a:r>
            <a:r>
              <a:rPr lang="en-GB" sz="1400" err="1">
                <a:solidFill>
                  <a:schemeClr val="bg1"/>
                </a:solidFill>
              </a:rPr>
              <a:t>Virkan</a:t>
            </a:r>
            <a:r>
              <a:rPr lang="en-GB" sz="1400">
                <a:solidFill>
                  <a:schemeClr val="bg1"/>
                </a:solidFill>
              </a:rPr>
              <a:t> </a:t>
            </a:r>
            <a:r>
              <a:rPr lang="en-GB" sz="1400" err="1">
                <a:solidFill>
                  <a:schemeClr val="bg1"/>
                </a:solidFill>
              </a:rPr>
              <a:t>Valappil</a:t>
            </a:r>
            <a:endParaRPr lang="en-GB" sz="1400">
              <a:solidFill>
                <a:schemeClr val="bg1"/>
              </a:solidFill>
            </a:endParaRPr>
          </a:p>
          <a:p>
            <a:r>
              <a:rPr lang="en-US" altLang="en-US" sz="1400" err="1">
                <a:solidFill>
                  <a:schemeClr val="bg1"/>
                </a:solidFill>
              </a:rPr>
              <a:t>Dilbarunnisha</a:t>
            </a:r>
            <a:r>
              <a:rPr lang="en-US" altLang="en-US" sz="1400">
                <a:solidFill>
                  <a:schemeClr val="bg1"/>
                </a:solidFill>
              </a:rPr>
              <a:t> </a:t>
            </a:r>
            <a:r>
              <a:rPr lang="en-US" altLang="en-US" sz="1400" err="1">
                <a:solidFill>
                  <a:schemeClr val="bg1"/>
                </a:solidFill>
              </a:rPr>
              <a:t>Kuttiyalikadavath</a:t>
            </a:r>
            <a:r>
              <a:rPr lang="en-US" altLang="en-US" sz="1400">
                <a:solidFill>
                  <a:schemeClr val="bg1"/>
                </a:solidFill>
              </a:rPr>
              <a:t> </a:t>
            </a:r>
            <a:endParaRPr lang="en-GB" sz="1400">
              <a:solidFill>
                <a:schemeClr val="bg1"/>
              </a:solidFill>
            </a:endParaRPr>
          </a:p>
          <a:p>
            <a:r>
              <a:rPr lang="en-GB" sz="1400">
                <a:solidFill>
                  <a:schemeClr val="bg1"/>
                </a:solidFill>
              </a:rPr>
              <a:t>Jithin Kumar</a:t>
            </a:r>
          </a:p>
          <a:p>
            <a:r>
              <a:rPr lang="en-US" altLang="en-US" sz="1400">
                <a:solidFill>
                  <a:schemeClr val="bg1"/>
                </a:solidFill>
              </a:rPr>
              <a:t>Sarang </a:t>
            </a:r>
            <a:r>
              <a:rPr lang="en-US" altLang="en-US" sz="1400" err="1">
                <a:solidFill>
                  <a:schemeClr val="bg1"/>
                </a:solidFill>
              </a:rPr>
              <a:t>Valiya</a:t>
            </a:r>
            <a:r>
              <a:rPr lang="en-US" altLang="en-US" sz="1400">
                <a:solidFill>
                  <a:schemeClr val="bg1"/>
                </a:solidFill>
              </a:rPr>
              <a:t> </a:t>
            </a:r>
            <a:r>
              <a:rPr lang="en-US" altLang="en-US" sz="1400" err="1">
                <a:solidFill>
                  <a:schemeClr val="bg1"/>
                </a:solidFill>
              </a:rPr>
              <a:t>Muthathyan</a:t>
            </a:r>
            <a:endParaRPr lang="en-US" altLang="en-US" sz="1400">
              <a:solidFill>
                <a:schemeClr val="bg1"/>
              </a:solidFill>
            </a:endParaRPr>
          </a:p>
          <a:p>
            <a:r>
              <a:rPr lang="en-US" sz="1400">
                <a:solidFill>
                  <a:schemeClr val="bg1"/>
                </a:solidFill>
              </a:rPr>
              <a:t>Yesudas Porathur Yesudasan</a:t>
            </a:r>
          </a:p>
        </p:txBody>
      </p:sp>
      <p:sp>
        <p:nvSpPr>
          <p:cNvPr id="9" name="Rectangle 3">
            <a:extLst>
              <a:ext uri="{FF2B5EF4-FFF2-40B4-BE49-F238E27FC236}">
                <a16:creationId xmlns:a16="http://schemas.microsoft.com/office/drawing/2014/main" id="{D4423D08-C2FB-D74B-39F8-08C9985F771B}"/>
              </a:ext>
            </a:extLst>
          </p:cNvPr>
          <p:cNvSpPr>
            <a:spLocks noChangeArrowheads="1"/>
          </p:cNvSpPr>
          <p:nvPr/>
        </p:nvSpPr>
        <p:spPr bwMode="auto">
          <a:xfrm>
            <a:off x="0" y="-30111"/>
            <a:ext cx="65" cy="517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2849" rIns="0" bIns="4284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853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A46</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2089858"/>
            <a:ext cx="9965844" cy="2649857"/>
          </a:xfrm>
        </p:spPr>
        <p:txBody>
          <a:bodyPr>
            <a:normAutofit fontScale="90000"/>
          </a:bodyPr>
          <a:lstStyle/>
          <a:p>
            <a:pPr marL="742950" indent="-742950">
              <a:lnSpc>
                <a:spcPts val="2880"/>
              </a:lnSpc>
              <a:spcBef>
                <a:spcPts val="0"/>
              </a:spcBef>
              <a:spcAft>
                <a:spcPts val="992"/>
              </a:spcAft>
              <a:buFont typeface="+mj-lt"/>
              <a:buAutoNum type="arabicPeriod"/>
            </a:pPr>
            <a:r>
              <a:rPr lang="en-US" sz="3600" dirty="0">
                <a:solidFill>
                  <a:srgbClr val="FF0000"/>
                </a:solidFill>
                <a:cs typeface="Arial"/>
              </a:rPr>
              <a:t>The variables for correlation are home score and away score</a:t>
            </a:r>
            <a:endParaRPr lang="en-US" sz="3600" b="0" dirty="0">
              <a:solidFill>
                <a:srgbClr val="FF0000"/>
              </a:solidFill>
              <a:cs typeface="Arial"/>
            </a:endParaRPr>
          </a:p>
          <a:p>
            <a:pPr>
              <a:lnSpc>
                <a:spcPts val="2880"/>
              </a:lnSpc>
              <a:spcBef>
                <a:spcPts val="0"/>
              </a:spcBef>
              <a:spcAft>
                <a:spcPts val="992"/>
              </a:spcAft>
            </a:pPr>
            <a:r>
              <a:rPr lang="en-GB" sz="3600" dirty="0">
                <a:solidFill>
                  <a:srgbClr val="FF0000"/>
                </a:solidFill>
                <a:cs typeface="Arial"/>
              </a:rPr>
              <a:t>2.</a:t>
            </a: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r>
              <a:rPr lang="en-GB" sz="3600" dirty="0">
                <a:solidFill>
                  <a:srgbClr val="FF0000"/>
                </a:solidFill>
                <a:cs typeface="Arial"/>
              </a:rPr>
              <a:t>3.     Tables consists of 9 columns</a:t>
            </a:r>
          </a:p>
          <a:p>
            <a:endParaRPr lang="en-US" dirty="0">
              <a:solidFill>
                <a:srgbClr val="FF0000"/>
              </a:solidFill>
              <a:cs typeface="Arial"/>
            </a:endParaRPr>
          </a:p>
        </p:txBody>
      </p:sp>
      <p:pic>
        <p:nvPicPr>
          <p:cNvPr id="5" name="Picture 4">
            <a:extLst>
              <a:ext uri="{FF2B5EF4-FFF2-40B4-BE49-F238E27FC236}">
                <a16:creationId xmlns:a16="http://schemas.microsoft.com/office/drawing/2014/main" id="{DC1D948B-8D4D-DDB5-396A-619E0B593904}"/>
              </a:ext>
            </a:extLst>
          </p:cNvPr>
          <p:cNvPicPr>
            <a:picLocks noChangeAspect="1"/>
          </p:cNvPicPr>
          <p:nvPr/>
        </p:nvPicPr>
        <p:blipFill>
          <a:blip r:embed="rId3"/>
          <a:stretch>
            <a:fillRect/>
          </a:stretch>
        </p:blipFill>
        <p:spPr>
          <a:xfrm>
            <a:off x="1651000" y="2839053"/>
            <a:ext cx="7772400" cy="1373769"/>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a:solidFill>
                  <a:srgbClr val="203232"/>
                </a:solidFill>
                <a:ea typeface="+mn-lt"/>
                <a:cs typeface="+mn-lt"/>
              </a:rPr>
              <a:t>Dataset ID</a:t>
            </a:r>
            <a:r>
              <a:rPr lang="en-US" sz="1600">
                <a:solidFill>
                  <a:srgbClr val="FF0000"/>
                </a:solidFill>
                <a:ea typeface="+mn-lt"/>
                <a:cs typeface="+mn-lt"/>
              </a:rPr>
              <a:t>:   </a:t>
            </a:r>
            <a:r>
              <a:rPr lang="en-US" sz="2400">
                <a:solidFill>
                  <a:srgbClr val="FF0000"/>
                </a:solidFill>
                <a:ea typeface="+mn-lt"/>
                <a:cs typeface="+mn-lt"/>
              </a:rPr>
              <a:t>DS168 </a:t>
            </a:r>
            <a:r>
              <a:rPr lang="en-IN" sz="2400">
                <a:solidFill>
                  <a:srgbClr val="FF0000"/>
                </a:solidFill>
                <a:ea typeface="+mn-lt"/>
                <a:cs typeface="+mn-lt"/>
              </a:rPr>
              <a:t>International football results from 1872 to 2025</a:t>
            </a:r>
            <a:endParaRPr lang="en-US"/>
          </a:p>
          <a:p>
            <a:endParaRPr lang="en-US" sz="2400">
              <a:solidFill>
                <a:srgbClr val="FF0000"/>
              </a:solidFill>
              <a:cs typeface="Arial"/>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A46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a:t>
            </a:r>
            <a:br>
              <a:rPr lang="en-US" sz="2400" b="0" dirty="0">
                <a:solidFill>
                  <a:srgbClr val="FF0000"/>
                </a:solidFill>
                <a:latin typeface="Calibri"/>
                <a:cs typeface="Calibri"/>
              </a:rPr>
            </a:br>
            <a:r>
              <a:rPr lang="en-GB" sz="1800" dirty="0"/>
              <a:t>This study investigates whether home advantage exists in international football matches, </a:t>
            </a:r>
            <a:r>
              <a:rPr lang="en-GB" sz="1800" dirty="0" err="1"/>
              <a:t>analyzing</a:t>
            </a:r>
            <a:r>
              <a:rPr lang="en-GB" sz="1800" dirty="0"/>
              <a:t> 153 years of data from 1872 to 2025. Understanding home advantage is crucial for teams, coaches, analysts, and tournament organizers as it can influence tactical decisions, player preparation, and venue allocation strategies.</a:t>
            </a:r>
            <a:r>
              <a:rPr lang="en-IN" sz="1800" dirty="0"/>
              <a:t> </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400" b="0" dirty="0">
                <a:solidFill>
                  <a:srgbClr val="FF0000"/>
                </a:solidFill>
                <a:latin typeface="Calibri"/>
                <a:cs typeface="Calibri"/>
              </a:rPr>
              <a:t>Home and away scores (Match outcomes)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Home </a:t>
            </a:r>
            <a:r>
              <a:rPr lang="en-US" sz="2400" b="0">
                <a:solidFill>
                  <a:srgbClr val="FF0000"/>
                </a:solidFill>
                <a:latin typeface="Calibri"/>
                <a:cs typeface="Calibri"/>
              </a:rPr>
              <a:t>advantage </a:t>
            </a:r>
            <a:endParaRPr lang="en-US" sz="2400" b="0" dirty="0">
              <a:solidFill>
                <a:srgbClr val="FF0000"/>
              </a:solidFill>
              <a:latin typeface="Calibri"/>
              <a:cs typeface="Calibri"/>
            </a:endParaRPr>
          </a:p>
        </p:txBody>
      </p:sp>
      <p:sp>
        <p:nvSpPr>
          <p:cNvPr id="7" name="TextBox 6">
            <a:extLst>
              <a:ext uri="{FF2B5EF4-FFF2-40B4-BE49-F238E27FC236}">
                <a16:creationId xmlns:a16="http://schemas.microsoft.com/office/drawing/2014/main" id="{029D2756-00E0-8C30-8711-19CBB2167086}"/>
              </a:ext>
            </a:extLst>
          </p:cNvPr>
          <p:cNvSpPr txBox="1"/>
          <p:nvPr/>
        </p:nvSpPr>
        <p:spPr>
          <a:xfrm>
            <a:off x="8589762" y="283096"/>
            <a:ext cx="2364750" cy="1015663"/>
          </a:xfrm>
          <a:prstGeom prst="rect">
            <a:avLst/>
          </a:prstGeom>
          <a:noFill/>
        </p:spPr>
        <p:txBody>
          <a:bodyPr wrap="none" rtlCol="0">
            <a:spAutoFit/>
          </a:bodyPr>
          <a:lstStyle/>
          <a:p>
            <a:r>
              <a:rPr lang="en-GB" sz="1200">
                <a:solidFill>
                  <a:schemeClr val="bg1">
                    <a:lumMod val="50000"/>
                  </a:schemeClr>
                </a:solidFill>
              </a:rPr>
              <a:t>Arthur </a:t>
            </a:r>
            <a:r>
              <a:rPr lang="en-GB" sz="1200" err="1">
                <a:solidFill>
                  <a:schemeClr val="bg1">
                    <a:lumMod val="50000"/>
                  </a:schemeClr>
                </a:solidFill>
              </a:rPr>
              <a:t>Virkan</a:t>
            </a:r>
            <a:r>
              <a:rPr lang="en-GB" sz="1200">
                <a:solidFill>
                  <a:schemeClr val="bg1">
                    <a:lumMod val="50000"/>
                  </a:schemeClr>
                </a:solidFill>
              </a:rPr>
              <a:t> </a:t>
            </a:r>
            <a:r>
              <a:rPr lang="en-GB" sz="1200" err="1">
                <a:solidFill>
                  <a:schemeClr val="bg1">
                    <a:lumMod val="50000"/>
                  </a:schemeClr>
                </a:solidFill>
              </a:rPr>
              <a:t>Valappil</a:t>
            </a:r>
            <a:endParaRPr lang="en-GB" sz="1200">
              <a:solidFill>
                <a:schemeClr val="bg1">
                  <a:lumMod val="50000"/>
                </a:schemeClr>
              </a:solidFill>
            </a:endParaRPr>
          </a:p>
          <a:p>
            <a:r>
              <a:rPr lang="en-US" altLang="en-US" sz="1200" err="1">
                <a:solidFill>
                  <a:schemeClr val="bg1">
                    <a:lumMod val="50000"/>
                  </a:schemeClr>
                </a:solidFill>
              </a:rPr>
              <a:t>Dilbarunnisha</a:t>
            </a:r>
            <a:r>
              <a:rPr lang="en-US" altLang="en-US" sz="1200">
                <a:solidFill>
                  <a:schemeClr val="bg1">
                    <a:lumMod val="50000"/>
                  </a:schemeClr>
                </a:solidFill>
              </a:rPr>
              <a:t> </a:t>
            </a:r>
            <a:r>
              <a:rPr lang="en-US" altLang="en-US" sz="1200" err="1">
                <a:solidFill>
                  <a:schemeClr val="bg1">
                    <a:lumMod val="50000"/>
                  </a:schemeClr>
                </a:solidFill>
              </a:rPr>
              <a:t>Kuttiyalikadavath</a:t>
            </a:r>
            <a:r>
              <a:rPr lang="en-US" altLang="en-US" sz="1200">
                <a:solidFill>
                  <a:schemeClr val="bg1">
                    <a:lumMod val="50000"/>
                  </a:schemeClr>
                </a:solidFill>
              </a:rPr>
              <a:t> </a:t>
            </a:r>
            <a:endParaRPr lang="en-GB" sz="1200">
              <a:solidFill>
                <a:schemeClr val="bg1">
                  <a:lumMod val="50000"/>
                </a:schemeClr>
              </a:solidFill>
            </a:endParaRPr>
          </a:p>
          <a:p>
            <a:r>
              <a:rPr lang="en-GB" sz="1200">
                <a:solidFill>
                  <a:schemeClr val="bg1">
                    <a:lumMod val="50000"/>
                  </a:schemeClr>
                </a:solidFill>
              </a:rPr>
              <a:t>Jithin Kumar</a:t>
            </a:r>
          </a:p>
          <a:p>
            <a:r>
              <a:rPr lang="en-US" altLang="en-US" sz="1200">
                <a:solidFill>
                  <a:schemeClr val="bg1">
                    <a:lumMod val="50000"/>
                  </a:schemeClr>
                </a:solidFill>
              </a:rPr>
              <a:t>Sarang </a:t>
            </a:r>
            <a:r>
              <a:rPr lang="en-US" altLang="en-US" sz="1200" err="1">
                <a:solidFill>
                  <a:schemeClr val="bg1">
                    <a:lumMod val="50000"/>
                  </a:schemeClr>
                </a:solidFill>
              </a:rPr>
              <a:t>Valiya</a:t>
            </a:r>
            <a:r>
              <a:rPr lang="en-US" altLang="en-US" sz="1200">
                <a:solidFill>
                  <a:schemeClr val="bg1">
                    <a:lumMod val="50000"/>
                  </a:schemeClr>
                </a:solidFill>
              </a:rPr>
              <a:t> </a:t>
            </a:r>
            <a:r>
              <a:rPr lang="en-US" altLang="en-US" sz="1200" err="1">
                <a:solidFill>
                  <a:schemeClr val="bg1">
                    <a:lumMod val="50000"/>
                  </a:schemeClr>
                </a:solidFill>
              </a:rPr>
              <a:t>Muthathyan</a:t>
            </a:r>
            <a:endParaRPr lang="en-US" altLang="en-US" sz="1200">
              <a:solidFill>
                <a:schemeClr val="bg1">
                  <a:lumMod val="50000"/>
                </a:schemeClr>
              </a:solidFill>
            </a:endParaRPr>
          </a:p>
          <a:p>
            <a:r>
              <a:rPr lang="en-US" sz="1200">
                <a:solidFill>
                  <a:schemeClr val="bg1">
                    <a:lumMod val="50000"/>
                  </a:schemeClr>
                </a:solidFill>
              </a:rPr>
              <a:t>Yesudas Porathur Yesudasan</a:t>
            </a:r>
          </a:p>
        </p:txBody>
      </p:sp>
    </p:spTree>
    <p:extLst>
      <p:ext uri="{BB962C8B-B14F-4D97-AF65-F5344CB8AC3E}">
        <p14:creationId xmlns:p14="http://schemas.microsoft.com/office/powerpoint/2010/main" val="1718004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A46</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3389843"/>
          </a:xfrm>
        </p:spPr>
        <p:txBody>
          <a:bodyPr>
            <a:noAutofit/>
          </a:bodyPr>
          <a:lstStyle/>
          <a:p>
            <a:pPr>
              <a:lnSpc>
                <a:spcPct val="100000"/>
              </a:lnSpc>
            </a:pPr>
            <a:r>
              <a:rPr lang="en-IE" sz="2000" dirty="0">
                <a:solidFill>
                  <a:srgbClr val="000000"/>
                </a:solidFill>
                <a:effectLst/>
                <a:latin typeface="Calibri"/>
                <a:ea typeface="Calibri" panose="020F0502020204030204" pitchFamily="34" charset="0"/>
                <a:cs typeface="Times New Roman"/>
              </a:rPr>
              <a:t>Template </a:t>
            </a:r>
            <a:r>
              <a:rPr lang="en-IE" sz="2000" baseline="30000" dirty="0">
                <a:solidFill>
                  <a:srgbClr val="000000"/>
                </a:solidFill>
                <a:effectLst/>
                <a:latin typeface="Calibri"/>
                <a:ea typeface="Calibri" panose="020F0502020204030204" pitchFamily="34" charset="0"/>
                <a:cs typeface="Times New Roman"/>
              </a:rPr>
              <a:t>3</a:t>
            </a:r>
            <a:r>
              <a:rPr lang="en-IE" sz="2000" dirty="0">
                <a:solidFill>
                  <a:srgbClr val="000000"/>
                </a:solidFill>
                <a:effectLst/>
                <a:latin typeface="Calibri"/>
                <a:ea typeface="Calibri" panose="020F0502020204030204" pitchFamily="34" charset="0"/>
                <a:cs typeface="Times New Roman"/>
              </a:rPr>
              <a:t>:  </a:t>
            </a:r>
            <a:r>
              <a:rPr lang="en-IE" sz="2000" b="0" dirty="0">
                <a:solidFill>
                  <a:srgbClr val="000000"/>
                </a:solidFill>
                <a:effectLst/>
                <a:latin typeface="Calibri"/>
                <a:ea typeface="Calibri" panose="020F0502020204030204" pitchFamily="34" charset="0"/>
                <a:cs typeface="Times New Roman"/>
              </a:rPr>
              <a:t>Nominal vs Nominal  data (frequencies): </a:t>
            </a:r>
            <a:br>
              <a:rPr lang="en-IE" sz="2000" b="0" dirty="0">
                <a:solidFill>
                  <a:srgbClr val="000000"/>
                </a:solidFill>
                <a:effectLst/>
                <a:latin typeface="Calibri"/>
                <a:ea typeface="Calibri" panose="020F0502020204030204" pitchFamily="34" charset="0"/>
                <a:cs typeface="Times New Roman"/>
              </a:rPr>
            </a:br>
            <a:r>
              <a:rPr lang="en-IE" sz="2800" b="0" dirty="0">
                <a:solidFill>
                  <a:srgbClr val="000000"/>
                </a:solidFill>
                <a:effectLst/>
                <a:latin typeface="Calibri"/>
                <a:ea typeface="Calibri" panose="020F0502020204030204" pitchFamily="34" charset="0"/>
                <a:cs typeface="Times New Roman"/>
              </a:rPr>
              <a:t>“</a:t>
            </a:r>
            <a:r>
              <a:rPr lang="en-IE" sz="2800" b="0" dirty="0">
                <a:effectLst/>
                <a:latin typeface="Calibri"/>
                <a:ea typeface="Calibri" panose="020F0502020204030204" pitchFamily="34" charset="0"/>
                <a:cs typeface="Times New Roman"/>
              </a:rPr>
              <a:t>Is there a difference in proportions of </a:t>
            </a:r>
            <a:r>
              <a:rPr lang="en-IE" sz="2800" b="0" dirty="0">
                <a:solidFill>
                  <a:srgbClr val="0070C0"/>
                </a:solidFill>
                <a:effectLst/>
                <a:latin typeface="Calibri"/>
                <a:ea typeface="Calibri" panose="020F0502020204030204" pitchFamily="34" charset="0"/>
                <a:cs typeface="Times New Roman"/>
              </a:rPr>
              <a:t>match outcomes </a:t>
            </a:r>
            <a:r>
              <a:rPr lang="en-IE" sz="2800" b="0" dirty="0">
                <a:effectLst/>
                <a:latin typeface="Calibri"/>
                <a:ea typeface="Calibri" panose="020F0502020204030204" pitchFamily="34" charset="0"/>
                <a:cs typeface="Times New Roman"/>
              </a:rPr>
              <a:t>between </a:t>
            </a:r>
            <a:r>
              <a:rPr lang="en-IE" sz="2800" b="0" dirty="0">
                <a:solidFill>
                  <a:srgbClr val="0070C0"/>
                </a:solidFill>
                <a:effectLst/>
                <a:latin typeface="Calibri"/>
                <a:ea typeface="Calibri" panose="020F0502020204030204" pitchFamily="34" charset="0"/>
                <a:cs typeface="Times New Roman"/>
              </a:rPr>
              <a:t>home </a:t>
            </a:r>
            <a:r>
              <a:rPr lang="en-IE" sz="2800" b="0" dirty="0">
                <a:solidFill>
                  <a:srgbClr val="0070C0"/>
                </a:solidFill>
                <a:latin typeface="Calibri"/>
                <a:ea typeface="Calibri" panose="020F0502020204030204" pitchFamily="34" charset="0"/>
                <a:cs typeface="Times New Roman"/>
              </a:rPr>
              <a:t>wins </a:t>
            </a:r>
            <a:r>
              <a:rPr lang="en-IE" sz="2800" b="0" dirty="0">
                <a:effectLst/>
                <a:latin typeface="Calibri"/>
                <a:ea typeface="Calibri" panose="020F0502020204030204" pitchFamily="34" charset="0"/>
                <a:cs typeface="Times New Roman"/>
              </a:rPr>
              <a:t>and </a:t>
            </a:r>
            <a:r>
              <a:rPr lang="en-IE" sz="2800" b="0" dirty="0">
                <a:solidFill>
                  <a:srgbClr val="0070C0"/>
                </a:solidFill>
                <a:latin typeface="Calibri"/>
                <a:ea typeface="Calibri" panose="020F0502020204030204" pitchFamily="34" charset="0"/>
                <a:cs typeface="Times New Roman"/>
              </a:rPr>
              <a:t>away wins?</a:t>
            </a:r>
            <a:r>
              <a:rPr lang="en-IE" sz="2800" b="0" dirty="0">
                <a:solidFill>
                  <a:srgbClr val="0070C0"/>
                </a:solidFill>
                <a:effectLst/>
                <a:latin typeface="Calibri"/>
                <a:ea typeface="Calibri" panose="020F0502020204030204" pitchFamily="34" charset="0"/>
                <a:cs typeface="Times New Roman"/>
              </a:rPr>
              <a:t>”</a:t>
            </a:r>
            <a:br>
              <a:rPr lang="en-IE" sz="2800" b="0" dirty="0">
                <a:solidFill>
                  <a:srgbClr val="0070C0"/>
                </a:solidFill>
                <a:effectLst/>
                <a:latin typeface="Calibri"/>
                <a:ea typeface="Calibri" panose="020F0502020204030204" pitchFamily="34" charset="0"/>
                <a:cs typeface="Times New Roman"/>
              </a:rPr>
            </a:br>
            <a:br>
              <a:rPr lang="en-GB" sz="2000" dirty="0">
                <a:effectLst/>
                <a:latin typeface="Calibri" panose="020F0502020204030204" pitchFamily="34" charset="0"/>
                <a:ea typeface="Calibri" panose="020F0502020204030204" pitchFamily="34" charset="0"/>
                <a:cs typeface="Times New Roman" panose="02020603050405020304" pitchFamily="18" charset="0"/>
              </a:rPr>
            </a:br>
            <a:r>
              <a:rPr lang="en-GB" sz="2000" dirty="0">
                <a:cs typeface="Arial"/>
              </a:rPr>
              <a:t>Null hypothesis (H</a:t>
            </a:r>
            <a:r>
              <a:rPr lang="en-GB" sz="2000" baseline="-25000" dirty="0">
                <a:cs typeface="Arial"/>
              </a:rPr>
              <a:t>0</a:t>
            </a:r>
            <a:r>
              <a:rPr lang="en-GB" sz="2000" dirty="0">
                <a:cs typeface="Arial"/>
              </a:rPr>
              <a:t>): </a:t>
            </a:r>
            <a:r>
              <a:rPr lang="en-IN" sz="2000" b="0" dirty="0"/>
              <a:t>There is no significant difference in match outcomes between home and away teams in international football. The distribution of wins, losses, and draws is equal across home and away teams.</a:t>
            </a:r>
            <a:br>
              <a:rPr lang="en-IN" sz="2000" b="0" dirty="0"/>
            </a:br>
            <a:br>
              <a:rPr lang="en-IN" sz="2000" b="0" dirty="0"/>
            </a:br>
            <a:r>
              <a:rPr lang="en-GB" sz="2000" dirty="0">
                <a:cs typeface="Arial"/>
              </a:rPr>
              <a:t>Alternative hypothesis (H</a:t>
            </a:r>
            <a:r>
              <a:rPr lang="en-GB" sz="2000" baseline="-25000" dirty="0">
                <a:cs typeface="Arial"/>
              </a:rPr>
              <a:t>1</a:t>
            </a:r>
            <a:r>
              <a:rPr lang="en-GB" sz="2000" dirty="0">
                <a:cs typeface="Arial"/>
              </a:rPr>
              <a:t>): </a:t>
            </a:r>
            <a:r>
              <a:rPr lang="en-GB" sz="2000" b="0" dirty="0"/>
              <a:t>There is a significant home advantage effect in international football, where home teams win significantly more often than away teams.</a:t>
            </a:r>
            <a:r>
              <a:rPr lang="en-IN" sz="2000" b="0" dirty="0"/>
              <a:t> </a:t>
            </a:r>
            <a:endParaRPr lang="en-GB" sz="2000" b="0" dirty="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dirty="0"/>
              <a:t>1</a:t>
            </a:r>
            <a:r>
              <a:rPr lang="en-GB" b="1" dirty="0">
                <a:latin typeface="Calibri"/>
                <a:cs typeface="Calibri"/>
              </a:rPr>
              <a:t>Correlation</a:t>
            </a:r>
            <a:r>
              <a:rPr lang="en-GB" dirty="0"/>
              <a:t> (</a:t>
            </a:r>
            <a:r>
              <a:rPr lang="en-IE" sz="1800" dirty="0">
                <a:effectLst/>
                <a:latin typeface="Calibri"/>
                <a:ea typeface="Calibri" panose="020F0502020204030204" pitchFamily="34" charset="0"/>
                <a:cs typeface="Times New Roman"/>
              </a:rPr>
              <a:t>Analysis of how </a:t>
            </a:r>
            <a:r>
              <a:rPr lang="en-IE" sz="1800" dirty="0">
                <a:solidFill>
                  <a:srgbClr val="FF0000"/>
                </a:solidFill>
                <a:effectLst/>
                <a:latin typeface="Calibri"/>
                <a:ea typeface="Calibri" panose="020F0502020204030204" pitchFamily="34" charset="0"/>
                <a:cs typeface="Times New Roman"/>
              </a:rPr>
              <a:t>ordinal</a:t>
            </a:r>
            <a:r>
              <a:rPr lang="en-IE" dirty="0">
                <a:solidFill>
                  <a:srgbClr val="FF0000"/>
                </a:solidFill>
                <a:latin typeface="Calibri"/>
                <a:ea typeface="Calibri" panose="020F0502020204030204" pitchFamily="34" charset="0"/>
                <a:cs typeface="Times New Roman"/>
              </a:rPr>
              <a:t>/</a:t>
            </a:r>
            <a:r>
              <a:rPr lang="en-IE" sz="1800" dirty="0">
                <a:solidFill>
                  <a:srgbClr val="FF0000"/>
                </a:solidFill>
                <a:effectLst/>
                <a:latin typeface="Calibri"/>
                <a:ea typeface="Calibri" panose="020F0502020204030204" pitchFamily="34" charset="0"/>
                <a:cs typeface="Times New Roman"/>
              </a:rPr>
              <a:t>interval </a:t>
            </a:r>
            <a:r>
              <a:rPr lang="en-IE" sz="1800" dirty="0">
                <a:solidFill>
                  <a:srgbClr val="00B050"/>
                </a:solidFill>
                <a:effectLst/>
                <a:latin typeface="Calibri"/>
                <a:ea typeface="Calibri" panose="020F0502020204030204" pitchFamily="34" charset="0"/>
                <a:cs typeface="Times New Roman"/>
              </a:rPr>
              <a:t>dependent var</a:t>
            </a:r>
            <a:r>
              <a:rPr lang="en-IE" sz="1800" dirty="0">
                <a:effectLst/>
                <a:latin typeface="Calibri"/>
                <a:ea typeface="Calibri" panose="020F0502020204030204" pitchFamily="34" charset="0"/>
                <a:cs typeface="Times New Roman"/>
              </a:rPr>
              <a:t> </a:t>
            </a:r>
            <a:r>
              <a:rPr lang="en-IE" dirty="0">
                <a:latin typeface="Calibri"/>
                <a:ea typeface="Calibri" panose="020F0502020204030204" pitchFamily="34" charset="0"/>
                <a:cs typeface="Times New Roman"/>
              </a:rPr>
              <a:t>correlates </a:t>
            </a:r>
            <a:r>
              <a:rPr lang="en-IE" sz="1800" dirty="0">
                <a:effectLst/>
                <a:latin typeface="Calibri"/>
                <a:ea typeface="Calibri" panose="020F0502020204030204" pitchFamily="34" charset="0"/>
                <a:cs typeface="Times New Roman"/>
              </a:rPr>
              <a:t>to an </a:t>
            </a:r>
            <a:r>
              <a:rPr lang="en-IE" sz="1800" dirty="0">
                <a:solidFill>
                  <a:srgbClr val="FF0000"/>
                </a:solidFill>
                <a:effectLst/>
                <a:latin typeface="Calibri"/>
                <a:ea typeface="Calibri" panose="020F0502020204030204" pitchFamily="34" charset="0"/>
                <a:cs typeface="Times New Roman"/>
              </a:rPr>
              <a:t>ordinal/interval </a:t>
            </a:r>
            <a:r>
              <a:rPr lang="en-IE" sz="1800" dirty="0">
                <a:solidFill>
                  <a:srgbClr val="00B050"/>
                </a:solidFill>
                <a:effectLst/>
                <a:latin typeface="Calibri"/>
                <a:ea typeface="Calibri" panose="020F0502020204030204" pitchFamily="34" charset="0"/>
                <a:cs typeface="Times New Roman"/>
              </a:rPr>
              <a:t>independent variable)</a:t>
            </a:r>
            <a:endParaRPr lang="en-GB" dirty="0">
              <a:latin typeface="Calibri"/>
              <a:cs typeface="Times New Roman"/>
            </a:endParaRP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3</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dirty="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dirty="0"/>
          </a:p>
        </p:txBody>
      </p:sp>
    </p:spTree>
    <p:extLst>
      <p:ext uri="{BB962C8B-B14F-4D97-AF65-F5344CB8AC3E}">
        <p14:creationId xmlns:p14="http://schemas.microsoft.com/office/powerpoint/2010/main" val="3249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5126237"/>
          </a:xfrm>
        </p:spPr>
        <p:txBody>
          <a:bodyPr vert="horz" lIns="0" tIns="0" rIns="0" bIns="0" rtlCol="0" anchor="t">
            <a:noAutofit/>
          </a:bodyPr>
          <a:lstStyle/>
          <a:p>
            <a:pPr>
              <a:lnSpc>
                <a:spcPct val="100000"/>
              </a:lnSpc>
            </a:pPr>
            <a:r>
              <a:rPr lang="en-GB" sz="2400" b="0">
                <a:latin typeface="Calibri"/>
                <a:cs typeface="Calibri"/>
              </a:rPr>
              <a:t>Add your </a:t>
            </a:r>
            <a:r>
              <a:rPr lang="en-GB" sz="2400">
                <a:latin typeface="Calibri"/>
                <a:cs typeface="Calibri"/>
              </a:rPr>
              <a:t>Hypotheses</a:t>
            </a:r>
            <a:r>
              <a:rPr lang="en-GB" sz="2400" b="0">
                <a:latin typeface="Calibri"/>
                <a:cs typeface="Calibri"/>
              </a:rPr>
              <a:t> to the previous RQ Slide  (both the Null and Alternative Hypotheses).  Here are definitions and examples. </a:t>
            </a:r>
            <a:r>
              <a:rPr lang="en-GB" sz="2400">
                <a:latin typeface="Calibri"/>
                <a:cs typeface="Calibri"/>
              </a:rPr>
              <a:t>Your hypothesis wording comes directly from your RQ</a:t>
            </a:r>
            <a:r>
              <a:rPr lang="en-GB" sz="2400" b="0">
                <a:latin typeface="Calibri"/>
                <a:cs typeface="Calibri"/>
              </a:rPr>
              <a:t>. This is the formal way of reporting the results of your inferential test statistics,  in which we report the </a:t>
            </a:r>
            <a:r>
              <a:rPr lang="en-GB" sz="2400" b="0" i="1">
                <a:latin typeface="Calibri"/>
                <a:cs typeface="Calibri"/>
              </a:rPr>
              <a:t>effect</a:t>
            </a:r>
            <a:r>
              <a:rPr lang="en-GB" sz="2400" b="0">
                <a:latin typeface="Calibri"/>
                <a:cs typeface="Calibri"/>
              </a:rPr>
              <a:t> the independent variable has on the dependent variable – </a:t>
            </a:r>
          </a:p>
          <a:p>
            <a:pPr marL="457200" indent="-457200">
              <a:lnSpc>
                <a:spcPct val="100000"/>
              </a:lnSpc>
              <a:buAutoNum type="arabicPeriod"/>
            </a:pPr>
            <a:r>
              <a:rPr lang="en-GB" sz="2000" b="0">
                <a:latin typeface="Arial"/>
                <a:cs typeface="Arial"/>
              </a:rPr>
              <a:t>Null hypothesis (H</a:t>
            </a:r>
            <a:r>
              <a:rPr lang="en-GB" sz="2000" b="0" baseline="-25000">
                <a:latin typeface="Arial"/>
                <a:cs typeface="Arial"/>
              </a:rPr>
              <a:t>0</a:t>
            </a:r>
            <a:r>
              <a:rPr lang="en-GB" sz="2000" b="0">
                <a:latin typeface="Arial"/>
                <a:cs typeface="Arial"/>
              </a:rPr>
              <a:t>): There is </a:t>
            </a:r>
            <a:r>
              <a:rPr lang="en-GB" sz="2000">
                <a:latin typeface="Arial"/>
                <a:cs typeface="Arial"/>
              </a:rPr>
              <a:t>no </a:t>
            </a:r>
            <a:r>
              <a:rPr lang="en-GB" sz="2000" b="0">
                <a:latin typeface="Arial"/>
                <a:cs typeface="Arial"/>
              </a:rPr>
              <a:t>effect on the population – so you write one of the following:  </a:t>
            </a:r>
          </a:p>
          <a:p>
            <a:r>
              <a:rPr lang="en-GB" sz="2000" b="0">
                <a:solidFill>
                  <a:schemeClr val="tx1"/>
                </a:solidFill>
                <a:ea typeface="+mn-lt"/>
                <a:cs typeface="+mn-lt"/>
              </a:rPr>
              <a:t>Null Hypothesis (H₀):</a:t>
            </a:r>
            <a:endParaRPr lang="en-GB">
              <a:solidFill>
                <a:schemeClr val="tx1"/>
              </a:solidFill>
              <a:ea typeface="+mn-lt"/>
              <a:cs typeface="+mn-lt"/>
            </a:endParaRPr>
          </a:p>
          <a:p>
            <a:r>
              <a:rPr lang="en-GB" sz="2000" b="0">
                <a:solidFill>
                  <a:srgbClr val="FF0000"/>
                </a:solidFill>
                <a:ea typeface="+mn-lt"/>
                <a:cs typeface="+mn-lt"/>
              </a:rPr>
              <a:t>There is no difference in the proportions of match outcomes (Home Win, Away Win, Draw) between home teams and away teams in international football.</a:t>
            </a:r>
            <a:endParaRPr lang="en-GB">
              <a:solidFill>
                <a:srgbClr val="FF0000"/>
              </a:solidFill>
              <a:cs typeface="Arial"/>
            </a:endParaRPr>
          </a:p>
          <a:p>
            <a:pPr>
              <a:lnSpc>
                <a:spcPct val="100000"/>
              </a:lnSpc>
            </a:pPr>
            <a:r>
              <a:rPr lang="en-GB" sz="2000" b="0">
                <a:latin typeface="Arial"/>
                <a:cs typeface="Arial"/>
              </a:rPr>
              <a:t>2. Alternative hypothesis (H</a:t>
            </a:r>
            <a:r>
              <a:rPr lang="en-GB" sz="2000" b="0" baseline="-25000">
                <a:latin typeface="Arial"/>
                <a:cs typeface="Arial"/>
              </a:rPr>
              <a:t>1</a:t>
            </a:r>
            <a:r>
              <a:rPr lang="en-GB" sz="2000" b="0">
                <a:latin typeface="Arial"/>
                <a:cs typeface="Arial"/>
              </a:rPr>
              <a:t>):  There appears to be an effect on the population – so you copy what you wrote for the Null hypothesis but remove the ‘no’ and replace with ‘</a:t>
            </a:r>
            <a:r>
              <a:rPr lang="en-GB" sz="2000">
                <a:latin typeface="Arial"/>
                <a:cs typeface="Arial"/>
              </a:rPr>
              <a:t>a’  </a:t>
            </a:r>
            <a:r>
              <a:rPr lang="en-GB" sz="2000" b="0">
                <a:latin typeface="Arial"/>
                <a:cs typeface="Arial"/>
              </a:rPr>
              <a:t>For example:</a:t>
            </a:r>
          </a:p>
          <a:p>
            <a:pPr>
              <a:lnSpc>
                <a:spcPct val="100000"/>
              </a:lnSpc>
            </a:pPr>
            <a:r>
              <a:rPr lang="en-GB" sz="2000" b="0">
                <a:solidFill>
                  <a:srgbClr val="FF0000"/>
                </a:solidFill>
                <a:latin typeface="Arial"/>
                <a:cs typeface="Arial"/>
              </a:rPr>
              <a:t>Alt hypothesis (H</a:t>
            </a:r>
            <a:r>
              <a:rPr lang="en-GB" sz="2000" b="0" baseline="-25000">
                <a:solidFill>
                  <a:srgbClr val="FF0000"/>
                </a:solidFill>
                <a:latin typeface="Arial"/>
                <a:cs typeface="Arial"/>
              </a:rPr>
              <a:t>1</a:t>
            </a:r>
            <a:r>
              <a:rPr lang="en-GB" sz="2000" b="0">
                <a:solidFill>
                  <a:srgbClr val="FF0000"/>
                </a:solidFill>
                <a:latin typeface="Arial"/>
                <a:cs typeface="Arial"/>
              </a:rPr>
              <a:t>): </a:t>
            </a:r>
            <a:r>
              <a:rPr lang="en-GB" sz="2000" b="0">
                <a:solidFill>
                  <a:srgbClr val="FF0000"/>
                </a:solidFill>
                <a:ea typeface="+mn-lt"/>
                <a:cs typeface="+mn-lt"/>
              </a:rPr>
              <a:t>There is a difference in the proportions of match outcomes (Home Win, Away Win, Draw) between home teams and away teams in international football.</a:t>
            </a:r>
          </a:p>
          <a:p>
            <a:pPr>
              <a:lnSpc>
                <a:spcPct val="100000"/>
              </a:lnSpc>
            </a:pPr>
            <a:endParaRPr lang="en-GB" sz="2000" b="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http://schemas.openxmlformats.org/package/2006/metadata/core-properties"/>
    <ds:schemaRef ds:uri="http://purl.org/dc/terms/"/>
    <ds:schemaRef ds:uri="http://schemas.microsoft.com/office/2006/documentManagement/types"/>
    <ds:schemaRef ds:uri="http://purl.org/dc/elements/1.1/"/>
    <ds:schemaRef ds:uri="http://www.w3.org/XML/1998/namespace"/>
    <ds:schemaRef ds:uri="http://schemas.microsoft.com/office/infopath/2007/PartnerControls"/>
    <ds:schemaRef ds:uri="http://purl.org/dc/dcmitype/"/>
    <ds:schemaRef ds:uri="3c474641-ec36-472f-b125-6b1b0910eaa4"/>
    <ds:schemaRef ds:uri="4ad138b4-2b68-4b70-945d-07f8f18b1c9a"/>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0</TotalTime>
  <Words>1162</Words>
  <Application>Microsoft Macintosh PowerPoint</Application>
  <PresentationFormat>Widescreen</PresentationFormat>
  <Paragraphs>55</Paragraphs>
  <Slides>6</Slides>
  <Notes>4</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Herts Theme</vt:lpstr>
      <vt:lpstr>PowerPoint Presentation</vt:lpstr>
      <vt:lpstr>Research Question –  “Is there a difference in proportions of match outcomes between home wins and away wins?” Date: 3 / 12 / 2025 </vt:lpstr>
      <vt:lpstr>The variables for correlation are home score and away score 2.    3.     Tables consists of 9 columns </vt:lpstr>
      <vt:lpstr>This dataset is interesting to us because  This study investigates whether home advantage exists in international football matches, analyzing 153 years of data from 1872 to 2025. Understanding home advantage is crucial for teams, coaches, analysts, and tournament organizers as it can influence tactical decisions, player preparation, and venue allocation strategies.   Our  Independent variable is: Home and away scores (Match outcomes)  Our Dependent variable is: Home advantage </vt:lpstr>
      <vt:lpstr>Template 3:  Nominal vs Nominal  data (frequencies):  “Is there a difference in proportions of match outcomes between home wins and away wins?”  Null hypothesis (H0): There is no significant difference in match outcomes between home and away teams in international football. The distribution of wins, losses, and draws is equal across home and away teams.  Alternative hypothesis (H1): There is a significant home advantage effect in international football, where home teams win significantly more often than away teams.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Yesudas Porathur Yesudasan [Student-PECS]</cp:lastModifiedBy>
  <cp:revision>1</cp:revision>
  <dcterms:created xsi:type="dcterms:W3CDTF">2019-10-01T08:37:56Z</dcterms:created>
  <dcterms:modified xsi:type="dcterms:W3CDTF">2025-12-03T14:50:29Z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